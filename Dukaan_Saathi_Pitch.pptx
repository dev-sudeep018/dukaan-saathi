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43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we are presenting Dukaan Saathi—an intelligent AI business partner built specifically for traditional Kirana stores and local shops to digitize their business with zero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millions of Kirana stores still run on physical notebooks. Tracking daily sales, managing credit (Udhaar), and knowing what's out of stock is a massive headache. Existing software solutions are built for supermarkets, not for small shopkeepers, because the learning curve is too steep.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is Dukaan Saathi. It’s an intuitive, voice-first dashboard that requires zero technical skills to use. It speaks the shopkeeper's language—literally—with full support for regional languages so anyone can use it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of our app is the AI Assistant. A shopkeeper doesn't have time to navigate complex menus while dealing with a line of customers. With Dukaan Saathi, they just tap the microphone and say 'I sold 2 kilos of sugar to Ramesh for 100 rupees', and our AI automatically parses the natural language and logs the sale and updates the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those voice inputs feed directly into a real-time smart dashboard. For the first time, a small shop owner can see their daily revenue, top-selling items, and overall growth at a glance, helping them make better business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Credit, or Udhaar, is the backbone of local Indian commerce. We built a dedicated Udhaar tracker that automatically creates customer profiles when the AI detects an unpaid sale, ensuring no money is ever lost to lost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believe utility shouldn't mean ugly. We engineered a premium, lightning-fast UI with dynamic Dark Mode support and responsive design, ensuring it looks and works perfectly whether the shopkeeper is using a cheap Android phone or a desktop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hood, Dukaan Saathi is powered by a modern Vite/React frontend styled with Tailwind CSS for rapid, responsive UI development. The backend runs on Express and Node.js, utilizing SQLite to keep data lightweight and easily deployable.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our next steps, we plan to integrate WhatsApp APIs so receipts can be sent instantly to customers. We also plan to wrap this PWA into a native Android application, and introduce predictive AI that tells the shopkeeper exactly what to restock before they run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Dukaan Saathi is live right now—feel free to scan the QR code to try it yourself, and we'd be happy to show you a live demo and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17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</a:rPr>
              <a:t>Dukaan Saathi - Hackathon Pitch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11049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172A"/>
                </a:solidFill>
              </a:rPr>
              <a:t>Dukaan Saathi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67360" y="86169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</a:rPr>
              <a:t>The AI Era for Kirana Stores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5280" y="13792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Team Name: [Zero Friction]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6138D-A98A-949C-90F0-7ACD88A1F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" y="1776095"/>
            <a:ext cx="7579360" cy="32569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8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Why existing software fails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86080" y="1259840"/>
            <a:ext cx="5029200" cy="376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Traditional shops rely on pen and paper.Udhaar (Credit) tracking is messy and error-prone.No analytics or real-time inventory tracking.Existing software is too complex for rural shop owners.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38120-6AE0-9DEE-2097-DC4388C67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72464"/>
            <a:ext cx="3423920" cy="3423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55600" y="2235200"/>
            <a:ext cx="822960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Meet Dukaan Saathi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42240" y="2082800"/>
            <a:ext cx="511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Zero Learning CurveVoice-First AI LoggingMultilingual Support (English, Hindi, Telugu)Designed for Mobile &amp; Desktop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BC9DE2-BE24-025C-F293-B59202259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289422"/>
            <a:ext cx="5862319" cy="29312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Feature 1: AI Voice Assistant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72160" y="2309544"/>
            <a:ext cx="8229600" cy="707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Talk, Don't Type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Log sales naturally via voice.NLP Parsing automatically extracts items, prices, and names.Updates inventory instantly.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350C89-7FA9-4079-E0C2-C4EFBE1AD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720" y="1124536"/>
            <a:ext cx="4958080" cy="2025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Feature 2: Smart Dashboard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387600"/>
            <a:ext cx="82296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Real-time Analytics at a glance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Real-time Sales AnalyticsDaily &amp; Monthly Revenue TrackingBeautiful, intuitive UI for quick insights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878995-D03E-4C26-C961-97B881EB7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57" y="1371600"/>
            <a:ext cx="4240043" cy="1871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6720" y="345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Feature 3: Digital Udhaar Book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33120" y="2407920"/>
            <a:ext cx="82296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Never lose track of credit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Replace the physical Khata BookTrack individual customer balancesOne-click settlements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B291E2-4295-26D7-518A-9543E8EB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440" y="1107440"/>
            <a:ext cx="4114800" cy="3951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Feature 4: Premium UI/UX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Accessibility meets Design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World-class UI/UXSystem-wide Dark Mode supportLightning-fast responsive interface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47D8E-CCA6-F3A5-061B-A6961124C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77" y="1927750"/>
            <a:ext cx="7674005" cy="1272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Technical Architecture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What powers Dukaan Saathi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480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Frontend: React + Vite, Tailwind CSS (v4)Animations: Framer MotionBackend: Node.js, Express.jsDatabase: SQLite (Lightweight, local-first)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Future Roadmap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270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Where we go from here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2758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Direct Integration (receipts)Native Android/iOS App deploymentPredictive AI (Stock alerts)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3A5BB2-199A-D439-A048-AD4758DAA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1788160"/>
            <a:ext cx="5405120" cy="1717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360" y="1278890"/>
            <a:ext cx="7315200" cy="1109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172A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63271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</a:rPr>
              <a:t>Try it live: https://dukaan-saathi-new.onrender.com/onboarding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5B06C-1972-5180-824A-B1233152A925}"/>
              </a:ext>
            </a:extLst>
          </p:cNvPr>
          <p:cNvSpPr txBox="1"/>
          <p:nvPr/>
        </p:nvSpPr>
        <p:spPr>
          <a:xfrm>
            <a:off x="3108960" y="3460656"/>
            <a:ext cx="416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~ TEAM ZERO FRICTION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718</Words>
  <Application>Microsoft Office PowerPoint</Application>
  <PresentationFormat>On-screen Show (16:9)</PresentationFormat>
  <Paragraphs>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Veeramaneni Devi Sri Prasad Rao</cp:lastModifiedBy>
  <cp:revision>2</cp:revision>
  <dcterms:created xsi:type="dcterms:W3CDTF">2026-07-07T22:05:08Z</dcterms:created>
  <dcterms:modified xsi:type="dcterms:W3CDTF">2026-07-07T22:52:02Z</dcterms:modified>
</cp:coreProperties>
</file>