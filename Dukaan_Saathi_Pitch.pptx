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Hello everyone, we are presenting Dukaan Saathi—an intelligent AI business partner built specifically for traditional Kirana stores and local shops to digitize their business with zero friction.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Today, millions of Kirana stores still run on physical notebooks. Tracking daily sales, managing credit (Udhaar), and knowing what's out of stock is a massive headache. Existing software solutions are built for supermarkets, not for small shopkeepers, because the learning curve is too steep.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solution is Dukaan Saathi. It’s an intuitive, voice-first dashboard that requires zero technical skills to use. It speaks the shopkeeper's language—literally—with full support for regional languages so anyone can use it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of our app is the AI Assistant. A shopkeeper doesn't have time to navigate complex menus while dealing with a line of customers. With Dukaan Saathi, they just tap the microphone and say 'I sold 2 kilos of sugar to Ramesh for 100 rupees', and our AI automatically parses the natural language and logs the sale and updates the inventory.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those voice inputs feed directly into a real-time smart dashboard. For the first time, a small shop owner can see their daily revenue, top-selling items, and overall growth at a glance, helping them make better business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Credit, or Udhaar, is the backbone of local Indian commerce. We built a dedicated Udhaar tracker that automatically creates customer profiles when the AI detects an unpaid sale, ensuring no money is ever lost to lost notebooks.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believe utility shouldn't mean ugly. We engineered a premium, lightning-fast UI with dynamic Dark Mode support and responsive design, ensuring it looks and works perfectly whether the shopkeeper is using a cheap Android phone or a desktop computer.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Under the hood, Dukaan Saathi is powered by a modern Vite/React frontend styled with Tailwind CSS for rapid, responsive UI development. The backend runs on Express and Node.js, utilizing SQLite to keep data lightweight and easily deployable.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our next steps, we plan to integrate WhatsApp APIs so receipts can be sent instantly to customers. We also plan to wrap this PWA into a native Android application, and introduce predictive AI that tells the shopkeeper exactly what to restock before they run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 for your time. Dukaan Saathi is live right now—feel free to scan the QR code to try it yourself, and we'd be happy to show you a live demo and answer any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2179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F172A"/>
                </a:solidFill>
              </a:rPr>
              <a:t>Dukaan Saathi - Hackathon Pitch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54305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F172A"/>
                </a:solidFill>
              </a:rPr>
              <a:t>Dukaan Saathi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914400" y="2314575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59E0B"/>
                </a:solidFill>
              </a:rPr>
              <a:t>The AI Era for Kirana Stores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30861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</a:rPr>
              <a:t>Team Name: [Your Team Name]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The Problem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9E0B"/>
                </a:solidFill>
              </a:rPr>
              <a:t>Why existing software fails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457200" y="2011680"/>
            <a:ext cx="50292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3500"/>
              </a:lnSpc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Traditional shops rely on pen and paper.</a:t>
            </a:r>
            <a:pPr indent="0" marL="0">
              <a:lnSpc>
                <a:spcPts val="3500"/>
              </a:lnSpc>
              <a:buNone/>
            </a:pPr>
            <a:r>
              <a:rPr lang="en-US" sz="2000" dirty="0">
                <a:solidFill>
                  <a:srgbClr val="333333"/>
                </a:solidFill>
              </a:rPr>
              <a:t>Udhaar (Credit) tracking is messy and error-prone.</a:t>
            </a:r>
            <a:pPr indent="0" marL="0">
              <a:lnSpc>
                <a:spcPts val="3500"/>
              </a:lnSpc>
              <a:buNone/>
            </a:pPr>
            <a:r>
              <a:rPr lang="en-US" sz="2000" dirty="0">
                <a:solidFill>
                  <a:srgbClr val="333333"/>
                </a:solidFill>
              </a:rPr>
              <a:t>No analytics or real-time inventory tracking.</a:t>
            </a:r>
            <a:pPr indent="0" marL="0">
              <a:lnSpc>
                <a:spcPts val="3500"/>
              </a:lnSpc>
              <a:buNone/>
            </a:pPr>
            <a:r>
              <a:rPr lang="en-US" sz="2000" dirty="0">
                <a:solidFill>
                  <a:srgbClr val="333333"/>
                </a:solidFill>
              </a:rPr>
              <a:t>Existing software is too complex for rural shop owners.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5943600" y="1828800"/>
            <a:ext cx="5486400" cy="3657600"/>
          </a:xfrm>
          <a:prstGeom prst="rect">
            <a:avLst/>
          </a:prstGeom>
          <a:solidFill>
            <a:srgbClr val="E2E8F0"/>
          </a:solidFill>
          <a:ln w="25400">
            <a:solidFill>
              <a:srgbClr val="CBD5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0" y="1828800"/>
            <a:ext cx="54864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4A3B8"/>
                </a:solidFill>
              </a:rPr>
              <a:t>Paste Screenshot Here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The Solution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9E0B"/>
                </a:solidFill>
              </a:rPr>
              <a:t>Meet Dukaan Saathi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457200" y="2011680"/>
            <a:ext cx="50292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3500"/>
              </a:lnSpc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Zero Learning Curve</a:t>
            </a:r>
            <a:pPr indent="0" marL="0">
              <a:lnSpc>
                <a:spcPts val="3500"/>
              </a:lnSpc>
              <a:buNone/>
            </a:pPr>
            <a:r>
              <a:rPr lang="en-US" sz="2000" dirty="0">
                <a:solidFill>
                  <a:srgbClr val="333333"/>
                </a:solidFill>
              </a:rPr>
              <a:t>Voice-First AI Logging</a:t>
            </a:r>
            <a:pPr indent="0" marL="0">
              <a:lnSpc>
                <a:spcPts val="3500"/>
              </a:lnSpc>
              <a:buNone/>
            </a:pPr>
            <a:r>
              <a:rPr lang="en-US" sz="2000" dirty="0">
                <a:solidFill>
                  <a:srgbClr val="333333"/>
                </a:solidFill>
              </a:rPr>
              <a:t>Multilingual Support (English, Hindi, Telugu)</a:t>
            </a:r>
            <a:pPr indent="0" marL="0">
              <a:lnSpc>
                <a:spcPts val="3500"/>
              </a:lnSpc>
              <a:buNone/>
            </a:pPr>
            <a:r>
              <a:rPr lang="en-US" sz="2000" dirty="0">
                <a:solidFill>
                  <a:srgbClr val="333333"/>
                </a:solidFill>
              </a:rPr>
              <a:t>Designed for Mobile &amp; Desktop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5943600" y="1828800"/>
            <a:ext cx="5486400" cy="3657600"/>
          </a:xfrm>
          <a:prstGeom prst="rect">
            <a:avLst/>
          </a:prstGeom>
          <a:solidFill>
            <a:srgbClr val="E2E8F0"/>
          </a:solidFill>
          <a:ln w="25400">
            <a:solidFill>
              <a:srgbClr val="CBD5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0" y="1828800"/>
            <a:ext cx="54864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4A3B8"/>
                </a:solidFill>
              </a:rPr>
              <a:t>Paste Screenshot Here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Feature 1: AI Voice Assistant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9E0B"/>
                </a:solidFill>
              </a:rPr>
              <a:t>Talk, Don't Type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457200" y="2011680"/>
            <a:ext cx="50292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3500"/>
              </a:lnSpc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Log sales naturally via voice.</a:t>
            </a:r>
            <a:pPr indent="0" marL="0">
              <a:lnSpc>
                <a:spcPts val="3500"/>
              </a:lnSpc>
              <a:buNone/>
            </a:pPr>
            <a:r>
              <a:rPr lang="en-US" sz="2000" dirty="0">
                <a:solidFill>
                  <a:srgbClr val="333333"/>
                </a:solidFill>
              </a:rPr>
              <a:t>NLP Parsing automatically extracts items, prices, and names.</a:t>
            </a:r>
            <a:pPr indent="0" marL="0">
              <a:lnSpc>
                <a:spcPts val="3500"/>
              </a:lnSpc>
              <a:buNone/>
            </a:pPr>
            <a:r>
              <a:rPr lang="en-US" sz="2000" dirty="0">
                <a:solidFill>
                  <a:srgbClr val="333333"/>
                </a:solidFill>
              </a:rPr>
              <a:t>Updates inventory instantly.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5943600" y="1828800"/>
            <a:ext cx="5486400" cy="3657600"/>
          </a:xfrm>
          <a:prstGeom prst="rect">
            <a:avLst/>
          </a:prstGeom>
          <a:solidFill>
            <a:srgbClr val="E2E8F0"/>
          </a:solidFill>
          <a:ln w="25400">
            <a:solidFill>
              <a:srgbClr val="CBD5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0" y="1828800"/>
            <a:ext cx="54864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4A3B8"/>
                </a:solidFill>
              </a:rPr>
              <a:t>Paste Screenshot Here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Feature 2: Smart Dashboard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9E0B"/>
                </a:solidFill>
              </a:rPr>
              <a:t>Real-time Analytics at a glance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457200" y="2011680"/>
            <a:ext cx="50292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3500"/>
              </a:lnSpc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Real-time Sales Analytics</a:t>
            </a:r>
            <a:pPr indent="0" marL="0">
              <a:lnSpc>
                <a:spcPts val="3500"/>
              </a:lnSpc>
              <a:buNone/>
            </a:pPr>
            <a:r>
              <a:rPr lang="en-US" sz="2000" dirty="0">
                <a:solidFill>
                  <a:srgbClr val="333333"/>
                </a:solidFill>
              </a:rPr>
              <a:t>Daily &amp; Monthly Revenue Tracking</a:t>
            </a:r>
            <a:pPr indent="0" marL="0">
              <a:lnSpc>
                <a:spcPts val="3500"/>
              </a:lnSpc>
              <a:buNone/>
            </a:pPr>
            <a:r>
              <a:rPr lang="en-US" sz="2000" dirty="0">
                <a:solidFill>
                  <a:srgbClr val="333333"/>
                </a:solidFill>
              </a:rPr>
              <a:t>Beautiful, intuitive UI for quick insights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5943600" y="1828800"/>
            <a:ext cx="5486400" cy="3657600"/>
          </a:xfrm>
          <a:prstGeom prst="rect">
            <a:avLst/>
          </a:prstGeom>
          <a:solidFill>
            <a:srgbClr val="E2E8F0"/>
          </a:solidFill>
          <a:ln w="25400">
            <a:solidFill>
              <a:srgbClr val="CBD5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0" y="1828800"/>
            <a:ext cx="54864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4A3B8"/>
                </a:solidFill>
              </a:rPr>
              <a:t>Paste Screenshot Here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Feature 3: Digital Udhaar Book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9E0B"/>
                </a:solidFill>
              </a:rPr>
              <a:t>Never lose track of credit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457200" y="2011680"/>
            <a:ext cx="50292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3500"/>
              </a:lnSpc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Replace the physical Khata Book</a:t>
            </a:r>
            <a:pPr indent="0" marL="0">
              <a:lnSpc>
                <a:spcPts val="3500"/>
              </a:lnSpc>
              <a:buNone/>
            </a:pPr>
            <a:r>
              <a:rPr lang="en-US" sz="2000" dirty="0">
                <a:solidFill>
                  <a:srgbClr val="333333"/>
                </a:solidFill>
              </a:rPr>
              <a:t>Track individual customer balances</a:t>
            </a:r>
            <a:pPr indent="0" marL="0">
              <a:lnSpc>
                <a:spcPts val="3500"/>
              </a:lnSpc>
              <a:buNone/>
            </a:pPr>
            <a:r>
              <a:rPr lang="en-US" sz="2000" dirty="0">
                <a:solidFill>
                  <a:srgbClr val="333333"/>
                </a:solidFill>
              </a:rPr>
              <a:t>One-click settlements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5943600" y="1828800"/>
            <a:ext cx="5486400" cy="3657600"/>
          </a:xfrm>
          <a:prstGeom prst="rect">
            <a:avLst/>
          </a:prstGeom>
          <a:solidFill>
            <a:srgbClr val="E2E8F0"/>
          </a:solidFill>
          <a:ln w="25400">
            <a:solidFill>
              <a:srgbClr val="CBD5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0" y="1828800"/>
            <a:ext cx="54864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4A3B8"/>
                </a:solidFill>
              </a:rPr>
              <a:t>Paste Screenshot Here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Feature 4: Premium UI/UX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9E0B"/>
                </a:solidFill>
              </a:rPr>
              <a:t>Accessibility meets Design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457200" y="2011680"/>
            <a:ext cx="50292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3500"/>
              </a:lnSpc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World-class UI/UX</a:t>
            </a:r>
            <a:pPr indent="0" marL="0">
              <a:lnSpc>
                <a:spcPts val="3500"/>
              </a:lnSpc>
              <a:buNone/>
            </a:pPr>
            <a:r>
              <a:rPr lang="en-US" sz="2000" dirty="0">
                <a:solidFill>
                  <a:srgbClr val="333333"/>
                </a:solidFill>
              </a:rPr>
              <a:t>System-wide Dark Mode support</a:t>
            </a:r>
            <a:pPr indent="0" marL="0">
              <a:lnSpc>
                <a:spcPts val="3500"/>
              </a:lnSpc>
              <a:buNone/>
            </a:pPr>
            <a:r>
              <a:rPr lang="en-US" sz="2000" dirty="0">
                <a:solidFill>
                  <a:srgbClr val="333333"/>
                </a:solidFill>
              </a:rPr>
              <a:t>Lightning-fast responsive interface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5943600" y="1828800"/>
            <a:ext cx="5486400" cy="3657600"/>
          </a:xfrm>
          <a:prstGeom prst="rect">
            <a:avLst/>
          </a:prstGeom>
          <a:solidFill>
            <a:srgbClr val="E2E8F0"/>
          </a:solidFill>
          <a:ln w="25400">
            <a:solidFill>
              <a:srgbClr val="CBD5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0" y="1828800"/>
            <a:ext cx="54864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4A3B8"/>
                </a:solidFill>
              </a:rPr>
              <a:t>Paste Screenshot Here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Technical Architecture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9E0B"/>
                </a:solidFill>
              </a:rPr>
              <a:t>What powers Dukaan Saathi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457200" y="2011680"/>
            <a:ext cx="50292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3500"/>
              </a:lnSpc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Frontend: React + Vite, Tailwind CSS (v4)</a:t>
            </a:r>
            <a:pPr indent="0" marL="0">
              <a:lnSpc>
                <a:spcPts val="3500"/>
              </a:lnSpc>
              <a:buNone/>
            </a:pPr>
            <a:r>
              <a:rPr lang="en-US" sz="2000" dirty="0">
                <a:solidFill>
                  <a:srgbClr val="333333"/>
                </a:solidFill>
              </a:rPr>
              <a:t>Animations: Framer Motion</a:t>
            </a:r>
            <a:pPr indent="0" marL="0">
              <a:lnSpc>
                <a:spcPts val="3500"/>
              </a:lnSpc>
              <a:buNone/>
            </a:pPr>
            <a:r>
              <a:rPr lang="en-US" sz="2000" dirty="0">
                <a:solidFill>
                  <a:srgbClr val="333333"/>
                </a:solidFill>
              </a:rPr>
              <a:t>Backend: Node.js, Express.js</a:t>
            </a:r>
            <a:pPr indent="0" marL="0">
              <a:lnSpc>
                <a:spcPts val="3500"/>
              </a:lnSpc>
              <a:buNone/>
            </a:pPr>
            <a:r>
              <a:rPr lang="en-US" sz="2000" dirty="0">
                <a:solidFill>
                  <a:srgbClr val="333333"/>
                </a:solidFill>
              </a:rPr>
              <a:t>Database: SQLite (Lightweight, local-first)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5943600" y="1828800"/>
            <a:ext cx="5486400" cy="3657600"/>
          </a:xfrm>
          <a:prstGeom prst="rect">
            <a:avLst/>
          </a:prstGeom>
          <a:solidFill>
            <a:srgbClr val="E2E8F0"/>
          </a:solidFill>
          <a:ln w="25400">
            <a:solidFill>
              <a:srgbClr val="CBD5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0" y="1828800"/>
            <a:ext cx="54864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4A3B8"/>
                </a:solidFill>
              </a:rPr>
              <a:t>Paste Screenshot Here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Future Roadmap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9E0B"/>
                </a:solidFill>
              </a:rPr>
              <a:t>Where we go from here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457200" y="2011680"/>
            <a:ext cx="50292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3500"/>
              </a:lnSpc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Direct WhatsApp Integration (receipts)</a:t>
            </a:r>
            <a:pPr indent="0" marL="0">
              <a:lnSpc>
                <a:spcPts val="3500"/>
              </a:lnSpc>
              <a:buNone/>
            </a:pPr>
            <a:r>
              <a:rPr lang="en-US" sz="2000" dirty="0">
                <a:solidFill>
                  <a:srgbClr val="333333"/>
                </a:solidFill>
              </a:rPr>
              <a:t>Native Android/iOS App deployment</a:t>
            </a:r>
            <a:pPr indent="0" marL="0">
              <a:lnSpc>
                <a:spcPts val="3500"/>
              </a:lnSpc>
              <a:buNone/>
            </a:pPr>
            <a:r>
              <a:rPr lang="en-US" sz="2000" dirty="0">
                <a:solidFill>
                  <a:srgbClr val="333333"/>
                </a:solidFill>
              </a:rPr>
              <a:t>Predictive AI (Stock alerts)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5943600" y="1828800"/>
            <a:ext cx="5486400" cy="3657600"/>
          </a:xfrm>
          <a:prstGeom prst="rect">
            <a:avLst/>
          </a:prstGeom>
          <a:solidFill>
            <a:srgbClr val="E2E8F0"/>
          </a:solidFill>
          <a:ln w="25400">
            <a:solidFill>
              <a:srgbClr val="CBD5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0" y="1828800"/>
            <a:ext cx="54864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4A3B8"/>
                </a:solidFill>
              </a:rPr>
              <a:t>Paste Screenshot Here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54305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F172A"/>
                </a:solidFill>
              </a:rPr>
              <a:t>Thank You!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914400" y="257175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59E0B"/>
                </a:solidFill>
              </a:rPr>
              <a:t>Try it live: https://dukaan-saathi-new.onrender.com/onboarding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2026-07-07T22:05:08Z</dcterms:created>
  <dcterms:modified xsi:type="dcterms:W3CDTF">2026-07-07T22:05:08Z</dcterms:modified>
</cp:coreProperties>
</file>